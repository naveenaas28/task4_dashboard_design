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678492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defRPr sz="2600"/>
            </a:pPr>
            <a:r>
              <a:rPr lang="en-US" sz="6000" dirty="0"/>
              <a:t>NAME : S </a:t>
            </a:r>
            <a:r>
              <a:rPr lang="en-US" sz="6000" dirty="0" err="1"/>
              <a:t>Naveenaa</a:t>
            </a:r>
            <a:br>
              <a:rPr lang="en-US" sz="6000" dirty="0"/>
            </a:br>
            <a:r>
              <a:rPr lang="en-US" sz="6000" dirty="0"/>
              <a:t>INTERNSHIP : Data Analyst</a:t>
            </a:r>
            <a:br>
              <a:rPr lang="en-US" sz="6000" dirty="0"/>
            </a:br>
            <a:r>
              <a:rPr lang="en-US" sz="6000" dirty="0"/>
              <a:t>TASK 4</a:t>
            </a:r>
            <a:br>
              <a:rPr lang="en-US" sz="6000" dirty="0"/>
            </a:br>
            <a:endParaRPr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3884407"/>
          </a:xfrm>
        </p:spPr>
        <p:txBody>
          <a:bodyPr/>
          <a:lstStyle/>
          <a:p>
            <a:r>
              <a:rPr lang="en-US" dirty="0"/>
              <a:t>Design an interactive dashboard using Power BI.</a:t>
            </a:r>
            <a:br>
              <a:rPr lang="en-US" dirty="0"/>
            </a:br>
            <a:r>
              <a:rPr lang="en-US" dirty="0"/>
              <a:t>Analyze Sales, Profit, and Quantity.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Objective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656239" y="2415786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rPr dirty="0"/>
              <a:t>The dashboard includes:</a:t>
            </a:r>
          </a:p>
          <a:p>
            <a:pPr>
              <a:defRPr sz="1800"/>
            </a:pPr>
            <a:r>
              <a:rPr dirty="0"/>
              <a:t>• Total Sales</a:t>
            </a:r>
          </a:p>
          <a:p>
            <a:pPr>
              <a:defRPr sz="1800"/>
            </a:pPr>
            <a:r>
              <a:rPr dirty="0"/>
              <a:t>• Total Profit</a:t>
            </a:r>
          </a:p>
          <a:p>
            <a:pPr>
              <a:defRPr sz="1800"/>
            </a:pPr>
            <a:r>
              <a:rPr dirty="0"/>
              <a:t>• Total Quantity</a:t>
            </a:r>
          </a:p>
          <a:p>
            <a:pPr>
              <a:defRPr sz="1800"/>
            </a:pPr>
            <a:r>
              <a:rPr dirty="0"/>
              <a:t>• Sales by Category</a:t>
            </a:r>
          </a:p>
          <a:p>
            <a:pPr>
              <a:defRPr sz="1800"/>
            </a:pPr>
            <a:r>
              <a:rPr dirty="0"/>
              <a:t>• Sales Trend by Month</a:t>
            </a:r>
          </a:p>
          <a:p>
            <a:pPr>
              <a:defRPr sz="1800"/>
            </a:pPr>
            <a:r>
              <a:rPr dirty="0"/>
              <a:t>• Profit by Segment</a:t>
            </a:r>
          </a:p>
          <a:p>
            <a:pPr>
              <a:defRPr sz="1800"/>
            </a:pPr>
            <a:r>
              <a:rPr dirty="0"/>
              <a:t>• Region &amp; Category slicers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3AA92C-A600-89E6-47BF-79AB4FE10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61" y="1318576"/>
            <a:ext cx="4680155" cy="50074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51590" y="2418735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• Built an interactive Power BI dashboard.</a:t>
            </a:r>
          </a:p>
          <a:p>
            <a:pPr>
              <a:defRPr sz="2000"/>
            </a:pPr>
            <a:r>
              <a:rPr dirty="0"/>
              <a:t>• Visualized business performance.</a:t>
            </a:r>
          </a:p>
          <a:p>
            <a:pPr>
              <a:defRPr sz="2000"/>
            </a:pPr>
            <a:r>
              <a:rPr dirty="0"/>
              <a:t>• Dashboard supports business decision making.</a:t>
            </a:r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86</Words>
  <Application>Microsoft Office PowerPoint</Application>
  <PresentationFormat>On-screen Show (4:3)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NAME : S Naveenaa INTERNSHIP : Data Analyst TASK 4 </vt:lpstr>
      <vt:lpstr>Design an interactive dashboard using Power BI. Analyze Sales, Profit, and Quantity.</vt:lpstr>
      <vt:lpstr>DASHBOARD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NAVEENAA S</cp:lastModifiedBy>
  <cp:revision>2</cp:revision>
  <dcterms:created xsi:type="dcterms:W3CDTF">2013-01-27T09:14:16Z</dcterms:created>
  <dcterms:modified xsi:type="dcterms:W3CDTF">2026-07-05T11:44:42Z</dcterms:modified>
  <cp:category/>
</cp:coreProperties>
</file>